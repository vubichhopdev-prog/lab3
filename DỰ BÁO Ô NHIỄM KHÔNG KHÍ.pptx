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9" r:id="rId5"/>
    <p:sldId id="258" r:id="rId6"/>
    <p:sldId id="257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7950" y="523240"/>
            <a:ext cx="12092305" cy="2113280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DỰ B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 Ô NHIỄM KHÔNG KH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Í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(PM2.5) VỚI SARIMA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570" y="2186940"/>
            <a:ext cx="9636760" cy="4328795"/>
          </a:xfrm>
        </p:spPr>
        <p:txBody>
          <a:bodyPr>
            <a:normAutofit/>
          </a:bodyPr>
          <a:p>
            <a:pPr algn="l"/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Tiêu đề: Phân tích chuỗi thời gian &amp; Tính mùa vụ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Nhóm thực hiện: FIT DNU CONQUER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Thành viên:Vũ Bích Hợp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Đỗ Quang Huy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Lâm Xuân Trường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6840"/>
            <a:ext cx="10972800" cy="1143000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TẠI SAO PHẢI DỰ B</a:t>
            </a:r>
            <a:r>
              <a:rPr lang="" altLang="en-US" b="1">
                <a:latin typeface="Times New Roman" panose="02020603050405020304" charset="0"/>
                <a:cs typeface="Times New Roman" panose="02020603050405020304" charset="0"/>
              </a:rPr>
              <a:t>Á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O?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2680"/>
            <a:ext cx="10972800" cy="5003800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Bụi mịn PM2.5 là "kẻ giết ng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ời thầm lặng".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Ô nhiễm không khí không ngẫu nhiên -&gt; Nó có quy luật (theo giờ, theo ngày).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Mục tiêu: Xây dựng mô hình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ể dự báo tr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ớc nồng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ộ bụi 24h tới -&gt; Cảnh báo sớm cho ng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ời dân.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Nếu chúng ta có thể dự báo chính xác nồng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ộ bụi cho ngày mai (giống nh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dự báo thời tiết), các nhà quản l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có thể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ra cảnh báo sớm, và ng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ời dân có thể chủ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ộng bảo vệ sức khỏe. Trong bài Lab này, nhóm chúng tôi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ã sử dụng dữ liệu lịch sử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ể xây dựng một cỗ máy dự báo thông minh.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955"/>
            <a:ext cx="11582400" cy="876300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 Khám phá dữ liệu: "Nhịp thở" của thành phố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33500"/>
            <a:ext cx="10972800" cy="4792980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Tr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ớc khi dạy máy tính học, chúng tôi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ã "khám sức khỏe" cho dữ liệu bằng biểu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ồ Tự 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ơng quan (ACF).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735" y="2682240"/>
            <a:ext cx="4373880" cy="34442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695315" y="2469515"/>
            <a:ext cx="5887085" cy="3517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PM2.5: Các hạt bụi siêu nhỏ lơ lửng trong không khí, có hại cho phổi.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ACF (Auto-Correlation Function): Một công cụ giúp ta xem dữ liệu hiện tại có liên quan gì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ến quá khứ hay không.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Lag (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ộ trễ): Ví dụ Lag 24 ngh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ĩ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là so sánh dữ liệu bây giờ với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úng giờ này ngày hôm qua.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Khi nhìn vào biểu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ồ ACF, chúng tôi thấy các cột dựng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ứng lên rất cao ở mốc Lag 24, Lag 48, Lag 72.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ngh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ĩ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a: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iều này chứng tỏ ô nhiễm không khí có tính chu kỳ (Seasonality) lặp lại theo ngày (24 giờ). Có thể bụi th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ờng 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cao vào giờ cao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iểm sáng/chiều và giảm xuống vào buổi tr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hoặc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êm khuya.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ây chính là "nhịp tim" của thành phố mà mô hình cần phải bắt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ợc.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Cuộc đối đầu: ARIMA vs SARIMA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ể chứng minh tầm quan trọng của việc "bắt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úng nhịp", nhóm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ã thử nghiệm 2 mô hình: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ARIMA (Mô hình cơ bản): Chỉ nhìn vào xu 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ớng 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giảm chung chung, "ngó lơ" tính chu kỳ lặp lại hàng ngày.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SARIMA (Seasonal ARIMA - Mô hình nâng cấp): Kế thừa ARIMA nh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ợc "cấy" thêm bộ nhớ về chu kỳ 24h ($s=24$). Nó hiểu rằng: "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À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, giờ này hôm qua bụi cao, thì khả n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giờ này hôm nay bụi c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ũ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cao".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Cuộc đối đầu: ARIMA vs SARIMA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rcRect l="1837" t="2844" r="2274" b="10252"/>
          <a:stretch>
            <a:fillRect/>
          </a:stretch>
        </p:blipFill>
        <p:spPr>
          <a:xfrm>
            <a:off x="902335" y="1249045"/>
            <a:ext cx="10680065" cy="4705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Kết quả thực nghiệm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Sau khi chạy thử nghiệm trên tập dữ liệu kiểm chứng (Test set - 7 ngày cuối cùng), kết quả cho thấy sự chênh lệch r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õ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rệt.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Bảng so sánh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ộ lỗi (Càng thấp càng tốt):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60" y="3566160"/>
            <a:ext cx="11509375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Trực quan hóa: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Content Placeholder 8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09270" y="1590675"/>
            <a:ext cx="5688330" cy="4825365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197600" y="1271270"/>
            <a:ext cx="5384800" cy="4855210"/>
          </a:xfrm>
        </p:spPr>
        <p:txBody>
          <a:bodyPr/>
          <a:p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ờng màu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ỏ (ARIMA) th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ờng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 khá "cứng", không uốn l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ợn kịp theo các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ỉnh nhọn của thực tế.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ờng màu xanh (SARIMA) bám sát rất tốt các biến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ộng lên xuống trong ngày.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iều này khẳng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ịnh việc thêm yếu tố mùa vụ (s=24) là chìa khóa thành công.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INSIGHT &amp; KHUYẾN NGHỊ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Cảnh báo sớm: Gửi tin nhắn tự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ộng vào khung giờ "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ỉnh ô nhiễm" (th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ờng là giờ cao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iểm).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iều tiết giao thông: Giờ bụi cao trùng với giờ tan tầm -&gt; Cần phân luồng xe.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Thanh tra 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êm: Phát hiện bụi 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ng bất th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ờng lúc 2h sáng -&gt; Nghi vấn xả thải trộm.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Cải tiến: T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ơng lai sẽ kết hợp thêm dữ liệu M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a/Gió (Mô hình SARIMAX).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2695</Words>
  <Application>WPS Presentation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Google Sans Text</vt:lpstr>
      <vt:lpstr>Segoe Print</vt:lpstr>
      <vt:lpstr>Tw Cen MT</vt:lpstr>
      <vt:lpstr>Business Cooperate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Bích Hợp</cp:lastModifiedBy>
  <cp:revision>3</cp:revision>
  <dcterms:created xsi:type="dcterms:W3CDTF">2025-07-23T00:59:00Z</dcterms:created>
  <dcterms:modified xsi:type="dcterms:W3CDTF">2025-12-23T14:40:34Z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EC05B9C4B34949C6823D5E772F1BC41E_11</vt:lpwstr>
  </property>
  <property fmtid="{D5CDD505-2E9C-101B-9397-08002B2CF9AE}" pid="3" name="KSOProductBuildVer">
    <vt:lpwstr>1033-12.2.0.23196</vt:lpwstr>
  </property>
</Properties>
</file>